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3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  <a:srgbClr val="3A3A3A"/>
    <a:srgbClr val="160929"/>
    <a:srgbClr val="210E3E"/>
    <a:srgbClr val="28114B"/>
    <a:srgbClr val="F1FFF8"/>
    <a:srgbClr val="4B3C5A"/>
    <a:srgbClr val="2F1359"/>
    <a:srgbClr val="421B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54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6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23A29-0B4F-32D4-61D7-3830C0EDD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4AAF83-4618-9869-A4A1-7AFFC97B1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62ACA-D3FB-70D4-6D15-980F4B49E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C919-25C7-43A8-BE8F-79D6F2DD32B6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A8200-FBC5-03AA-1A7B-15CA20F27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174E3-9A16-886D-8015-509DF2755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7BF1-58C2-4DA8-870A-651D46F08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387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1EE8F-DE62-71FA-A79D-0749B9D26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01B6F-50E6-8E49-6A08-18F943CD6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54B35-231F-ABD7-943C-0D88ECA8E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C919-25C7-43A8-BE8F-79D6F2DD32B6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B0CA9-985C-556D-782F-DF8F01F83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B2D41-A3D8-D91D-F300-241A497BD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7BF1-58C2-4DA8-870A-651D46F08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05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E0139-AA79-F912-731A-AC69F4EAA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6E6BD-A36D-B292-2562-73C03939C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F2769-F0D8-53F2-DB43-DBC1697C2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C919-25C7-43A8-BE8F-79D6F2DD32B6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858E7-CEC4-AEB5-2D82-8F8DBC73E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6A32C-ED8B-4F99-09C1-3DD9CC321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7BF1-58C2-4DA8-870A-651D46F08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33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42162-8730-E8FF-10BE-ABF8BEB6E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7B715-8093-7D9C-A898-3097C17D2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B4BFD7-ADC8-28F2-89B0-0865F15CA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2932FF-708C-16D1-BBB7-DC81D518D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C919-25C7-43A8-BE8F-79D6F2DD32B6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5C52F-31EA-8B06-E152-1D7393A04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073F0-FCA7-01A7-AA96-C1FD25DCB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7BF1-58C2-4DA8-870A-651D46F08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882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BE65F-228A-D59C-192E-22B57B214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E4C42-375B-F24C-5254-78B038718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F168D-4CE3-6CB5-283C-47A6B9725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6625CA-5151-AF7A-2EAB-2F64E621F3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05C6A6-1039-F017-4237-2E89C956BD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356FB4-761B-C635-5C14-0F18A5344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C919-25C7-43A8-BE8F-79D6F2DD32B6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B01367-3C32-F15B-BA15-41052A9AC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FBBB5D-904E-517E-DEA7-FD439AF59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7BF1-58C2-4DA8-870A-651D46F08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00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2668A-03C1-8CED-42B5-AB7E7AD79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3C8191-FEC4-4C6F-6429-5EC03DD84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C919-25C7-43A8-BE8F-79D6F2DD32B6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47B029-1C55-7155-48C2-B1D88712D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FB8A20-764E-E08A-CECA-D21FDA92D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7BF1-58C2-4DA8-870A-651D46F08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10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64D3C2-98E7-081C-65D3-57E0C9168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C919-25C7-43A8-BE8F-79D6F2DD32B6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EF366-E641-93F9-EBB9-1C0CF8329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6D7B7-EFBF-6886-ED9F-737059AAC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7BF1-58C2-4DA8-870A-651D46F08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337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8757E-3A14-42BC-CCDD-E871F3A49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0727B-8F1A-B70E-6A2C-5D2C53D9F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FC5C7B-B99C-CC9F-9456-4F8D6796C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EEE25-8A6A-30AF-42C6-C79E34F6C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C919-25C7-43A8-BE8F-79D6F2DD32B6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6711E-E557-4B1C-8B33-E38B14CEE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C744F-A33B-7173-ED66-B7DBD4BA1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7BF1-58C2-4DA8-870A-651D46F08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317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35193-9662-240D-5CD6-3A65D37B8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BE25C2-A840-B1D1-D9F3-9B94E33ED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026BE6-6764-820E-6D5B-2E09C6295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F5424-E7FE-1A26-0C13-60B3E1CD0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C919-25C7-43A8-BE8F-79D6F2DD32B6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BDAE1-7CCB-FD7F-C1D7-F3FA214FF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10AB4-7AEB-F2E8-68E2-2F10898F7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7BF1-58C2-4DA8-870A-651D46F08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949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72F80-FA54-9D19-DB4D-166BF012F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14773C-2087-AC52-85E8-FC09244AA9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EEAA6-9935-D0DC-93AD-C6410A0AB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C919-25C7-43A8-BE8F-79D6F2DD32B6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48AAB-12AF-F185-29FC-DF93544F3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BC0E1-0903-91BA-E2A2-9D9138D47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7BF1-58C2-4DA8-870A-651D46F08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59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C2C8A0-E2A0-951A-283E-2DD3EF3324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CB1DD3-31F0-73E6-9CE9-C3AFC8DBA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E1BDC-832A-32C2-6465-1AF434B76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C919-25C7-43A8-BE8F-79D6F2DD32B6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544AC-BEAF-BD91-484D-1885F23D0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CAF8F-9D3E-F936-FEF5-DC60986E2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D7BF1-58C2-4DA8-870A-651D46F08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08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66431B-B815-3DEA-B781-6433323A7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E8D83-4CFE-45E4-7464-1FD6B262C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B35E1-158C-9E4B-1A8B-3D701A793C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CCC919-25C7-43A8-BE8F-79D6F2DD32B6}" type="datetimeFigureOut">
              <a:rPr lang="en-US" smtClean="0"/>
              <a:t>07-Dec-25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515D2-67DC-D130-05FA-65C400D87D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735B0-7950-F982-DCB8-0551E7481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AD7BF1-58C2-4DA8-870A-651D46F08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22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autopian.com/forza-horizon-6-is-giving-the-fans-what-they-want-an-open-world-racing-game-set-in-japan/" TargetMode="External"/><Relationship Id="rId2" Type="http://schemas.openxmlformats.org/officeDocument/2006/relationships/hyperlink" Target="https://store.steampowered.com/app/2483190/Forza_Horizon_6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zxt.com/blogs/news/call-of-duty-black-ops-7-beta-pc-requiremen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9EE74B-5BD7-AB67-FDA8-D2D8CC31CEF9}"/>
              </a:ext>
            </a:extLst>
          </p:cNvPr>
          <p:cNvSpPr/>
          <p:nvPr/>
        </p:nvSpPr>
        <p:spPr>
          <a:xfrm>
            <a:off x="4467223" y="23219"/>
            <a:ext cx="3133725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Game Station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EF077A-82CD-3C08-DCD1-5ED4417F5DC3}"/>
              </a:ext>
            </a:extLst>
          </p:cNvPr>
          <p:cNvSpPr/>
          <p:nvPr/>
        </p:nvSpPr>
        <p:spPr>
          <a:xfrm>
            <a:off x="0" y="782241"/>
            <a:ext cx="12192000" cy="5619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phrase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D46A63-A151-9AE9-CC4B-EC662F0F5F2F}"/>
              </a:ext>
            </a:extLst>
          </p:cNvPr>
          <p:cNvSpPr/>
          <p:nvPr/>
        </p:nvSpPr>
        <p:spPr>
          <a:xfrm>
            <a:off x="0" y="1335880"/>
            <a:ext cx="12192000" cy="55221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9D6967-31D4-A842-D405-D4E7872339A0}"/>
              </a:ext>
            </a:extLst>
          </p:cNvPr>
          <p:cNvSpPr/>
          <p:nvPr/>
        </p:nvSpPr>
        <p:spPr>
          <a:xfrm>
            <a:off x="904875" y="1400175"/>
            <a:ext cx="10182225" cy="592929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Text about our website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8A2B4F-4189-2DFD-30B8-97A20ACCCF79}"/>
              </a:ext>
            </a:extLst>
          </p:cNvPr>
          <p:cNvSpPr/>
          <p:nvPr/>
        </p:nvSpPr>
        <p:spPr>
          <a:xfrm>
            <a:off x="5076824" y="2046683"/>
            <a:ext cx="1838325" cy="2667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Subtitle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5B5CDF-355A-F606-282F-80E4F0E9BBDD}"/>
              </a:ext>
            </a:extLst>
          </p:cNvPr>
          <p:cNvSpPr/>
          <p:nvPr/>
        </p:nvSpPr>
        <p:spPr>
          <a:xfrm>
            <a:off x="2938461" y="2397920"/>
            <a:ext cx="6191250" cy="2774158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Slides</a:t>
            </a: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endParaRPr lang="en-US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D255F0-483E-21ED-82C1-6654F748B57E}"/>
              </a:ext>
            </a:extLst>
          </p:cNvPr>
          <p:cNvSpPr/>
          <p:nvPr/>
        </p:nvSpPr>
        <p:spPr>
          <a:xfrm>
            <a:off x="3105149" y="2771775"/>
            <a:ext cx="5857875" cy="22288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Game poster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Text appears when you hover the mouse on the poster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3DF44D-C4D7-CA94-D38B-E16AA9BA464D}"/>
              </a:ext>
            </a:extLst>
          </p:cNvPr>
          <p:cNvSpPr/>
          <p:nvPr/>
        </p:nvSpPr>
        <p:spPr>
          <a:xfrm>
            <a:off x="4507706" y="5341143"/>
            <a:ext cx="2976562" cy="1452562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Creating account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Registration Information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/>
            </a:br>
            <a:r>
              <a:rPr lang="en-US" dirty="0">
                <a:solidFill>
                  <a:schemeClr val="tx1"/>
                </a:solidFill>
              </a:rPr>
              <a:t>Sign 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39689A-28B5-37A4-338C-1E609B73640E}"/>
              </a:ext>
            </a:extLst>
          </p:cNvPr>
          <p:cNvSpPr/>
          <p:nvPr/>
        </p:nvSpPr>
        <p:spPr>
          <a:xfrm>
            <a:off x="0" y="352426"/>
            <a:ext cx="12192000" cy="438150"/>
          </a:xfrm>
          <a:prstGeom prst="rect">
            <a:avLst/>
          </a:prstGeom>
          <a:solidFill>
            <a:srgbClr val="28114B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                   Game Station             Game </a:t>
            </a:r>
            <a:r>
              <a:rPr lang="en-US" sz="1400" dirty="0"/>
              <a:t>News            </a:t>
            </a:r>
            <a:r>
              <a:rPr lang="en-US" sz="1400" dirty="0">
                <a:solidFill>
                  <a:schemeClr val="bg1"/>
                </a:solidFill>
              </a:rPr>
              <a:t>Game Database             Game Rating                 Make of site                      Our Story </a:t>
            </a:r>
            <a:r>
              <a:rPr lang="en-US" dirty="0">
                <a:solidFill>
                  <a:schemeClr val="bg1"/>
                </a:solidFill>
              </a:rPr>
              <a:t>	   </a:t>
            </a:r>
            <a:r>
              <a:rPr lang="en-US" sz="1400" dirty="0">
                <a:solidFill>
                  <a:schemeClr val="bg1"/>
                </a:solidFill>
              </a:rPr>
              <a:t>welcome (user)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457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BB348B-09A1-F2E4-3581-5925DBBDF5CF}"/>
              </a:ext>
            </a:extLst>
          </p:cNvPr>
          <p:cNvSpPr/>
          <p:nvPr/>
        </p:nvSpPr>
        <p:spPr>
          <a:xfrm>
            <a:off x="4529137" y="51196"/>
            <a:ext cx="3133725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Game News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68DFFA-DC0C-FACC-A3F3-812C2CCEDD6B}"/>
              </a:ext>
            </a:extLst>
          </p:cNvPr>
          <p:cNvSpPr/>
          <p:nvPr/>
        </p:nvSpPr>
        <p:spPr>
          <a:xfrm>
            <a:off x="0" y="790576"/>
            <a:ext cx="12192000" cy="95726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					                        Title</a:t>
            </a:r>
            <a:br>
              <a:rPr lang="en-US" dirty="0"/>
            </a:br>
            <a:r>
              <a:rPr lang="en-US" dirty="0"/>
              <a:t>					                      phrase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E76D57-7577-D83A-2610-D780AF2104C5}"/>
              </a:ext>
            </a:extLst>
          </p:cNvPr>
          <p:cNvSpPr/>
          <p:nvPr/>
        </p:nvSpPr>
        <p:spPr>
          <a:xfrm>
            <a:off x="0" y="1747837"/>
            <a:ext cx="12192000" cy="511016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1E42013-3A81-3DC3-932F-5D266437B4CE}"/>
              </a:ext>
            </a:extLst>
          </p:cNvPr>
          <p:cNvSpPr/>
          <p:nvPr/>
        </p:nvSpPr>
        <p:spPr>
          <a:xfrm>
            <a:off x="6252864" y="1828800"/>
            <a:ext cx="1996266" cy="2509935"/>
          </a:xfrm>
          <a:prstGeom prst="roundRect">
            <a:avLst/>
          </a:prstGeom>
          <a:solidFill>
            <a:srgbClr val="210E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Game pic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Text about the game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7C0E7B7-93FA-0D21-BB9F-D9ABAB1329D1}"/>
              </a:ext>
            </a:extLst>
          </p:cNvPr>
          <p:cNvSpPr/>
          <p:nvPr/>
        </p:nvSpPr>
        <p:spPr>
          <a:xfrm>
            <a:off x="3770053" y="1828800"/>
            <a:ext cx="1996266" cy="2509935"/>
          </a:xfrm>
          <a:prstGeom prst="roundRect">
            <a:avLst/>
          </a:prstGeom>
          <a:solidFill>
            <a:srgbClr val="210E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Game pic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Text about the game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4F40A0-9370-B133-9483-5865922E63A5}"/>
              </a:ext>
            </a:extLst>
          </p:cNvPr>
          <p:cNvSpPr/>
          <p:nvPr/>
        </p:nvSpPr>
        <p:spPr>
          <a:xfrm>
            <a:off x="8735675" y="1828800"/>
            <a:ext cx="1996266" cy="2509935"/>
          </a:xfrm>
          <a:prstGeom prst="roundRect">
            <a:avLst/>
          </a:prstGeom>
          <a:solidFill>
            <a:srgbClr val="210E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Game pic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Text about the game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E84098-C5DC-3DC9-1551-DD7954C781B7}"/>
              </a:ext>
            </a:extLst>
          </p:cNvPr>
          <p:cNvSpPr/>
          <p:nvPr/>
        </p:nvSpPr>
        <p:spPr>
          <a:xfrm>
            <a:off x="746449" y="4419698"/>
            <a:ext cx="10720873" cy="238710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4078B3C-62DC-952E-7C52-2A4EA6D487D7}"/>
              </a:ext>
            </a:extLst>
          </p:cNvPr>
          <p:cNvSpPr/>
          <p:nvPr/>
        </p:nvSpPr>
        <p:spPr>
          <a:xfrm>
            <a:off x="7414182" y="4419697"/>
            <a:ext cx="1481647" cy="1900432"/>
          </a:xfrm>
          <a:prstGeom prst="roundRect">
            <a:avLst/>
          </a:prstGeom>
          <a:solidFill>
            <a:srgbClr val="210E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Game pic</a:t>
            </a: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Text about the game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C20C696-5261-86D9-A0F8-C9C0C0DE0334}"/>
              </a:ext>
            </a:extLst>
          </p:cNvPr>
          <p:cNvSpPr/>
          <p:nvPr/>
        </p:nvSpPr>
        <p:spPr>
          <a:xfrm>
            <a:off x="1287242" y="1828800"/>
            <a:ext cx="1996266" cy="2509935"/>
          </a:xfrm>
          <a:prstGeom prst="roundRect">
            <a:avLst/>
          </a:prstGeom>
          <a:solidFill>
            <a:srgbClr val="210E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Game pic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Text about the game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A20C29E-8660-4EA0-EBA4-4570EEF550EF}"/>
              </a:ext>
            </a:extLst>
          </p:cNvPr>
          <p:cNvSpPr/>
          <p:nvPr/>
        </p:nvSpPr>
        <p:spPr>
          <a:xfrm>
            <a:off x="5236458" y="4419697"/>
            <a:ext cx="1481647" cy="1900432"/>
          </a:xfrm>
          <a:prstGeom prst="roundRect">
            <a:avLst/>
          </a:prstGeom>
          <a:solidFill>
            <a:srgbClr val="210E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Game pic</a:t>
            </a: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Text about the game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BE99767-DD40-DFF8-2DD0-A922E4C991E5}"/>
              </a:ext>
            </a:extLst>
          </p:cNvPr>
          <p:cNvSpPr/>
          <p:nvPr/>
        </p:nvSpPr>
        <p:spPr>
          <a:xfrm>
            <a:off x="3066151" y="4419697"/>
            <a:ext cx="1481647" cy="1900432"/>
          </a:xfrm>
          <a:prstGeom prst="roundRect">
            <a:avLst/>
          </a:prstGeom>
          <a:solidFill>
            <a:srgbClr val="210E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Game pic</a:t>
            </a: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Text about the game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FB232C1-8F17-8EA5-E39B-CFE3A46F579E}"/>
              </a:ext>
            </a:extLst>
          </p:cNvPr>
          <p:cNvSpPr/>
          <p:nvPr/>
        </p:nvSpPr>
        <p:spPr>
          <a:xfrm>
            <a:off x="973421" y="4419697"/>
            <a:ext cx="1481647" cy="1900432"/>
          </a:xfrm>
          <a:prstGeom prst="roundRect">
            <a:avLst/>
          </a:prstGeom>
          <a:solidFill>
            <a:srgbClr val="210E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Game pic</a:t>
            </a: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Text about the game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3A8CFA0-0F00-4F1B-C740-2B243C782ACE}"/>
              </a:ext>
            </a:extLst>
          </p:cNvPr>
          <p:cNvSpPr/>
          <p:nvPr/>
        </p:nvSpPr>
        <p:spPr>
          <a:xfrm>
            <a:off x="9591906" y="4419697"/>
            <a:ext cx="1481647" cy="1900432"/>
          </a:xfrm>
          <a:prstGeom prst="roundRect">
            <a:avLst/>
          </a:prstGeom>
          <a:solidFill>
            <a:srgbClr val="210E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Game pic</a:t>
            </a: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Text about the game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059798B-7387-8F3B-AF27-8EFB5E3E296D}"/>
              </a:ext>
            </a:extLst>
          </p:cNvPr>
          <p:cNvSpPr/>
          <p:nvPr/>
        </p:nvSpPr>
        <p:spPr>
          <a:xfrm>
            <a:off x="844518" y="6564208"/>
            <a:ext cx="10467684" cy="153833"/>
          </a:xfrm>
          <a:prstGeom prst="roundRect">
            <a:avLst/>
          </a:prstGeom>
          <a:solidFill>
            <a:srgbClr val="160929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Slider bar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4F5CD24-B41B-B879-43AF-8C6FFD6DA2F6}"/>
              </a:ext>
            </a:extLst>
          </p:cNvPr>
          <p:cNvSpPr/>
          <p:nvPr/>
        </p:nvSpPr>
        <p:spPr>
          <a:xfrm>
            <a:off x="1330559" y="6569346"/>
            <a:ext cx="3905899" cy="14958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258B20-F03E-AC45-8875-984D6859EB08}"/>
              </a:ext>
            </a:extLst>
          </p:cNvPr>
          <p:cNvSpPr/>
          <p:nvPr/>
        </p:nvSpPr>
        <p:spPr>
          <a:xfrm>
            <a:off x="0" y="352426"/>
            <a:ext cx="12192000" cy="438150"/>
          </a:xfrm>
          <a:prstGeom prst="rect">
            <a:avLst/>
          </a:prstGeom>
          <a:solidFill>
            <a:srgbClr val="28114B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                   Game Station             Game </a:t>
            </a:r>
            <a:r>
              <a:rPr lang="en-US" sz="1400" dirty="0"/>
              <a:t>News            </a:t>
            </a:r>
            <a:r>
              <a:rPr lang="en-US" sz="1400" dirty="0">
                <a:solidFill>
                  <a:schemeClr val="bg1"/>
                </a:solidFill>
              </a:rPr>
              <a:t>Game Database             Game Rating                 Make of site                      Our Story </a:t>
            </a:r>
            <a:r>
              <a:rPr lang="en-US" dirty="0">
                <a:solidFill>
                  <a:schemeClr val="bg1"/>
                </a:solidFill>
              </a:rPr>
              <a:t>	   </a:t>
            </a:r>
            <a:r>
              <a:rPr lang="en-US" sz="1400" dirty="0">
                <a:solidFill>
                  <a:schemeClr val="bg1"/>
                </a:solidFill>
              </a:rPr>
              <a:t>welcome (user)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45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7FDDE9A-8A6C-78DD-6B61-9ACBB2A7E4B3}"/>
              </a:ext>
            </a:extLst>
          </p:cNvPr>
          <p:cNvSpPr/>
          <p:nvPr/>
        </p:nvSpPr>
        <p:spPr>
          <a:xfrm>
            <a:off x="4413450" y="0"/>
            <a:ext cx="3133725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Game Database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091460-78ED-C068-6F9C-A6B0F1B5909A}"/>
              </a:ext>
            </a:extLst>
          </p:cNvPr>
          <p:cNvSpPr/>
          <p:nvPr/>
        </p:nvSpPr>
        <p:spPr>
          <a:xfrm>
            <a:off x="0" y="790576"/>
            <a:ext cx="12192000" cy="5619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phrase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71E6B4-1FD5-7AF9-EA87-4CB76339C53A}"/>
              </a:ext>
            </a:extLst>
          </p:cNvPr>
          <p:cNvSpPr/>
          <p:nvPr/>
        </p:nvSpPr>
        <p:spPr>
          <a:xfrm>
            <a:off x="0" y="1352551"/>
            <a:ext cx="12192000" cy="550544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F48306-69E2-484F-0A56-25822629D42C}"/>
              </a:ext>
            </a:extLst>
          </p:cNvPr>
          <p:cNvSpPr/>
          <p:nvPr/>
        </p:nvSpPr>
        <p:spPr>
          <a:xfrm>
            <a:off x="959643" y="1393030"/>
            <a:ext cx="1971675" cy="233363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Subtitle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A8DDBB-D99D-2906-40C3-8A21C9094DBF}"/>
              </a:ext>
            </a:extLst>
          </p:cNvPr>
          <p:cNvSpPr/>
          <p:nvPr/>
        </p:nvSpPr>
        <p:spPr>
          <a:xfrm>
            <a:off x="947738" y="1971673"/>
            <a:ext cx="8043862" cy="1866902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0C59A1-D7D4-703C-3C9B-4E678369F0C8}"/>
              </a:ext>
            </a:extLst>
          </p:cNvPr>
          <p:cNvSpPr/>
          <p:nvPr/>
        </p:nvSpPr>
        <p:spPr>
          <a:xfrm>
            <a:off x="1729269" y="2085969"/>
            <a:ext cx="1170021" cy="15954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game name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D9C06E-4829-58E5-9623-15465AC1F433}"/>
              </a:ext>
            </a:extLst>
          </p:cNvPr>
          <p:cNvSpPr/>
          <p:nvPr/>
        </p:nvSpPr>
        <p:spPr>
          <a:xfrm>
            <a:off x="5980611" y="2085969"/>
            <a:ext cx="1170021" cy="15954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Active players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8A11BE-86E5-6598-91F9-356C9A138E24}"/>
              </a:ext>
            </a:extLst>
          </p:cNvPr>
          <p:cNvSpPr/>
          <p:nvPr/>
        </p:nvSpPr>
        <p:spPr>
          <a:xfrm>
            <a:off x="4528940" y="2085970"/>
            <a:ext cx="1170021" cy="15954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Platform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3A0844-7C89-4154-982B-AB8F8BE07C71}"/>
              </a:ext>
            </a:extLst>
          </p:cNvPr>
          <p:cNvSpPr/>
          <p:nvPr/>
        </p:nvSpPr>
        <p:spPr>
          <a:xfrm>
            <a:off x="3095810" y="2085969"/>
            <a:ext cx="1170021" cy="15954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Genre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FF8338-0113-BD5B-7BDA-D6374A54D2B1}"/>
              </a:ext>
            </a:extLst>
          </p:cNvPr>
          <p:cNvSpPr/>
          <p:nvPr/>
        </p:nvSpPr>
        <p:spPr>
          <a:xfrm>
            <a:off x="7547177" y="2085970"/>
            <a:ext cx="1170021" cy="15954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Peak players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AB012AD-1677-8F3B-31C2-6674BF917E3A}"/>
              </a:ext>
            </a:extLst>
          </p:cNvPr>
          <p:cNvSpPr/>
          <p:nvPr/>
        </p:nvSpPr>
        <p:spPr>
          <a:xfrm>
            <a:off x="959643" y="3988594"/>
            <a:ext cx="1971675" cy="233363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Subtitle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1C0CA2-E530-FB49-8515-0979E9D28C76}"/>
              </a:ext>
            </a:extLst>
          </p:cNvPr>
          <p:cNvSpPr/>
          <p:nvPr/>
        </p:nvSpPr>
        <p:spPr>
          <a:xfrm>
            <a:off x="959643" y="1737122"/>
            <a:ext cx="3174207" cy="14465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Text about the data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4753B6-4D62-EFF3-43D8-0E7D1BBA2F0A}"/>
              </a:ext>
            </a:extLst>
          </p:cNvPr>
          <p:cNvSpPr/>
          <p:nvPr/>
        </p:nvSpPr>
        <p:spPr>
          <a:xfrm>
            <a:off x="940594" y="4311848"/>
            <a:ext cx="3193256" cy="23336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Text about the data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DA9C30-D4D6-5BB1-16BF-30FD6E1E0408}"/>
              </a:ext>
            </a:extLst>
          </p:cNvPr>
          <p:cNvSpPr/>
          <p:nvPr/>
        </p:nvSpPr>
        <p:spPr>
          <a:xfrm>
            <a:off x="940594" y="4841078"/>
            <a:ext cx="3193256" cy="1552575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87B100D-FC49-F1C4-EC9A-D5DC606FB886}"/>
              </a:ext>
            </a:extLst>
          </p:cNvPr>
          <p:cNvSpPr/>
          <p:nvPr/>
        </p:nvSpPr>
        <p:spPr>
          <a:xfrm>
            <a:off x="1945479" y="4923233"/>
            <a:ext cx="1086969" cy="183951"/>
          </a:xfrm>
          <a:prstGeom prst="rect">
            <a:avLst/>
          </a:prstGeom>
          <a:solidFill>
            <a:srgbClr val="1609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game name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3D7F7D-3F50-DA6F-A134-EBBD35E9E46F}"/>
              </a:ext>
            </a:extLst>
          </p:cNvPr>
          <p:cNvSpPr/>
          <p:nvPr/>
        </p:nvSpPr>
        <p:spPr>
          <a:xfrm>
            <a:off x="959643" y="5323285"/>
            <a:ext cx="1762126" cy="283369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Text about the game</a:t>
            </a:r>
          </a:p>
          <a:p>
            <a:pPr algn="ctr"/>
            <a:endParaRPr lang="en-US" sz="10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AAF84E9-9E59-0146-3438-9CCA4C9E3438}"/>
              </a:ext>
            </a:extLst>
          </p:cNvPr>
          <p:cNvSpPr/>
          <p:nvPr/>
        </p:nvSpPr>
        <p:spPr>
          <a:xfrm>
            <a:off x="959643" y="5688809"/>
            <a:ext cx="985837" cy="400052"/>
          </a:xfrm>
          <a:prstGeom prst="rect">
            <a:avLst/>
          </a:prstGeom>
          <a:solidFill>
            <a:srgbClr val="1609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More info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FE0DE9F-844C-B3E3-D628-24C8ABE1DA9C}"/>
              </a:ext>
            </a:extLst>
          </p:cNvPr>
          <p:cNvSpPr/>
          <p:nvPr/>
        </p:nvSpPr>
        <p:spPr>
          <a:xfrm>
            <a:off x="4442223" y="4841078"/>
            <a:ext cx="3193256" cy="1552575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A4C99D7-94BE-67FD-A8EC-FC631990F90F}"/>
              </a:ext>
            </a:extLst>
          </p:cNvPr>
          <p:cNvSpPr/>
          <p:nvPr/>
        </p:nvSpPr>
        <p:spPr>
          <a:xfrm>
            <a:off x="5447109" y="4923233"/>
            <a:ext cx="1074989" cy="183951"/>
          </a:xfrm>
          <a:prstGeom prst="rect">
            <a:avLst/>
          </a:prstGeom>
          <a:solidFill>
            <a:srgbClr val="1609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game name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5D1A7A-640B-5CEB-B2CD-E9AC8C8ABBAA}"/>
              </a:ext>
            </a:extLst>
          </p:cNvPr>
          <p:cNvSpPr/>
          <p:nvPr/>
        </p:nvSpPr>
        <p:spPr>
          <a:xfrm>
            <a:off x="4461272" y="5323285"/>
            <a:ext cx="1762126" cy="283369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Text about the game</a:t>
            </a:r>
          </a:p>
          <a:p>
            <a:pPr algn="ctr"/>
            <a:endParaRPr lang="en-US" sz="105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90CFA8C-9024-73C7-1FAC-82547C828882}"/>
              </a:ext>
            </a:extLst>
          </p:cNvPr>
          <p:cNvSpPr/>
          <p:nvPr/>
        </p:nvSpPr>
        <p:spPr>
          <a:xfrm>
            <a:off x="4461272" y="5688809"/>
            <a:ext cx="985837" cy="400052"/>
          </a:xfrm>
          <a:prstGeom prst="rect">
            <a:avLst/>
          </a:prstGeom>
          <a:solidFill>
            <a:srgbClr val="1609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More info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453FB1C-714A-DB3D-384E-745470FDB389}"/>
              </a:ext>
            </a:extLst>
          </p:cNvPr>
          <p:cNvSpPr/>
          <p:nvPr/>
        </p:nvSpPr>
        <p:spPr>
          <a:xfrm>
            <a:off x="7943852" y="4819654"/>
            <a:ext cx="3193256" cy="1552575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E8A6009-8395-AEDD-43C7-97010545CA80}"/>
              </a:ext>
            </a:extLst>
          </p:cNvPr>
          <p:cNvSpPr/>
          <p:nvPr/>
        </p:nvSpPr>
        <p:spPr>
          <a:xfrm>
            <a:off x="8958262" y="4912521"/>
            <a:ext cx="1081477" cy="194663"/>
          </a:xfrm>
          <a:prstGeom prst="rect">
            <a:avLst/>
          </a:prstGeom>
          <a:solidFill>
            <a:srgbClr val="1609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game name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4F3B282-4144-61F9-1FB7-AFBDD768169D}"/>
              </a:ext>
            </a:extLst>
          </p:cNvPr>
          <p:cNvSpPr/>
          <p:nvPr/>
        </p:nvSpPr>
        <p:spPr>
          <a:xfrm>
            <a:off x="7972425" y="5312573"/>
            <a:ext cx="1762126" cy="283369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Text about the game</a:t>
            </a:r>
          </a:p>
          <a:p>
            <a:pPr algn="ctr"/>
            <a:endParaRPr lang="en-US" sz="105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C7EC3F9-77AC-6D82-19DE-D17E911469D3}"/>
              </a:ext>
            </a:extLst>
          </p:cNvPr>
          <p:cNvSpPr/>
          <p:nvPr/>
        </p:nvSpPr>
        <p:spPr>
          <a:xfrm>
            <a:off x="7972425" y="5678097"/>
            <a:ext cx="985837" cy="400052"/>
          </a:xfrm>
          <a:prstGeom prst="rect">
            <a:avLst/>
          </a:prstGeom>
          <a:solidFill>
            <a:srgbClr val="1609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More info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4591B6F-1A9C-4AEB-A6B6-26F56F73A7C7}"/>
              </a:ext>
            </a:extLst>
          </p:cNvPr>
          <p:cNvSpPr/>
          <p:nvPr/>
        </p:nvSpPr>
        <p:spPr>
          <a:xfrm>
            <a:off x="1054892" y="6168628"/>
            <a:ext cx="985837" cy="160141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specification</a:t>
            </a:r>
            <a:r>
              <a:rPr lang="en-US" sz="1000" dirty="0"/>
              <a:t>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7EA2CF5-5DFC-3659-DA60-3B42AD6D3633}"/>
              </a:ext>
            </a:extLst>
          </p:cNvPr>
          <p:cNvSpPr/>
          <p:nvPr/>
        </p:nvSpPr>
        <p:spPr>
          <a:xfrm>
            <a:off x="8005763" y="6145118"/>
            <a:ext cx="985837" cy="16014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specification</a:t>
            </a:r>
            <a:r>
              <a:rPr lang="en-US" sz="1000" dirty="0"/>
              <a:t>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0ECA20-535F-4C3B-3CE5-9D10E78BCA61}"/>
              </a:ext>
            </a:extLst>
          </p:cNvPr>
          <p:cNvSpPr/>
          <p:nvPr/>
        </p:nvSpPr>
        <p:spPr>
          <a:xfrm>
            <a:off x="4518934" y="6168628"/>
            <a:ext cx="985837" cy="16014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specification</a:t>
            </a:r>
            <a:r>
              <a:rPr lang="en-US" sz="1000" dirty="0"/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778FA4-69C1-95E4-DF8D-077A624AFA9B}"/>
              </a:ext>
            </a:extLst>
          </p:cNvPr>
          <p:cNvSpPr/>
          <p:nvPr/>
        </p:nvSpPr>
        <p:spPr>
          <a:xfrm>
            <a:off x="0" y="352426"/>
            <a:ext cx="12192000" cy="438150"/>
          </a:xfrm>
          <a:prstGeom prst="rect">
            <a:avLst/>
          </a:prstGeom>
          <a:solidFill>
            <a:srgbClr val="28114B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                   Game Station             Game </a:t>
            </a:r>
            <a:r>
              <a:rPr lang="en-US" sz="1400" dirty="0"/>
              <a:t>News            </a:t>
            </a:r>
            <a:r>
              <a:rPr lang="en-US" sz="1400" dirty="0">
                <a:solidFill>
                  <a:schemeClr val="bg1"/>
                </a:solidFill>
              </a:rPr>
              <a:t>Game Database             Game Rating                 Make of site                      Our Story </a:t>
            </a:r>
            <a:r>
              <a:rPr lang="en-US" dirty="0">
                <a:solidFill>
                  <a:schemeClr val="bg1"/>
                </a:solidFill>
              </a:rPr>
              <a:t>	   </a:t>
            </a:r>
            <a:r>
              <a:rPr lang="en-US" sz="1400" dirty="0">
                <a:solidFill>
                  <a:schemeClr val="bg1"/>
                </a:solidFill>
              </a:rPr>
              <a:t>welcome (user)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B3B33A-B7A5-7104-50C4-6F4AAAA46780}"/>
              </a:ext>
            </a:extLst>
          </p:cNvPr>
          <p:cNvSpPr/>
          <p:nvPr/>
        </p:nvSpPr>
        <p:spPr>
          <a:xfrm>
            <a:off x="1033705" y="2107697"/>
            <a:ext cx="537482" cy="1193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NO: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32CA35-1C7B-A158-5585-B73C430DC29D}"/>
              </a:ext>
            </a:extLst>
          </p:cNvPr>
          <p:cNvSpPr/>
          <p:nvPr/>
        </p:nvSpPr>
        <p:spPr>
          <a:xfrm>
            <a:off x="1033705" y="2716398"/>
            <a:ext cx="537482" cy="1193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NO: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955178-4493-6AA5-2174-60CA050FD4AB}"/>
              </a:ext>
            </a:extLst>
          </p:cNvPr>
          <p:cNvSpPr/>
          <p:nvPr/>
        </p:nvSpPr>
        <p:spPr>
          <a:xfrm>
            <a:off x="1033705" y="2991276"/>
            <a:ext cx="537482" cy="1193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NO: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3D936A-CDAA-3474-F224-926957C60AFD}"/>
              </a:ext>
            </a:extLst>
          </p:cNvPr>
          <p:cNvSpPr/>
          <p:nvPr/>
        </p:nvSpPr>
        <p:spPr>
          <a:xfrm>
            <a:off x="1033705" y="3278372"/>
            <a:ext cx="537482" cy="1193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NO: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608EBE-014A-B769-AB87-968A1F447239}"/>
              </a:ext>
            </a:extLst>
          </p:cNvPr>
          <p:cNvSpPr/>
          <p:nvPr/>
        </p:nvSpPr>
        <p:spPr>
          <a:xfrm>
            <a:off x="1033705" y="3555021"/>
            <a:ext cx="537482" cy="1193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NO: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8D8CD76-60AF-589B-06CB-AB228F3B8CBD}"/>
              </a:ext>
            </a:extLst>
          </p:cNvPr>
          <p:cNvSpPr/>
          <p:nvPr/>
        </p:nvSpPr>
        <p:spPr>
          <a:xfrm>
            <a:off x="1033705" y="2475157"/>
            <a:ext cx="537482" cy="1193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NO: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1F3BD1D-2908-E0F8-28AA-B5497BB4CE55}"/>
              </a:ext>
            </a:extLst>
          </p:cNvPr>
          <p:cNvSpPr/>
          <p:nvPr/>
        </p:nvSpPr>
        <p:spPr>
          <a:xfrm>
            <a:off x="1729269" y="2692905"/>
            <a:ext cx="1170021" cy="1595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game name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B088C7-893E-E7E0-E62E-E465310F6A85}"/>
              </a:ext>
            </a:extLst>
          </p:cNvPr>
          <p:cNvSpPr/>
          <p:nvPr/>
        </p:nvSpPr>
        <p:spPr>
          <a:xfrm>
            <a:off x="1729272" y="2969425"/>
            <a:ext cx="1170021" cy="1595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game name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E4983BB-E358-370F-AC47-C14E9720CFB2}"/>
              </a:ext>
            </a:extLst>
          </p:cNvPr>
          <p:cNvSpPr/>
          <p:nvPr/>
        </p:nvSpPr>
        <p:spPr>
          <a:xfrm>
            <a:off x="1729272" y="3243562"/>
            <a:ext cx="1170021" cy="1595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game name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F998371-C900-D845-C2BD-10FB34A14833}"/>
              </a:ext>
            </a:extLst>
          </p:cNvPr>
          <p:cNvSpPr/>
          <p:nvPr/>
        </p:nvSpPr>
        <p:spPr>
          <a:xfrm>
            <a:off x="1729272" y="3564438"/>
            <a:ext cx="1170021" cy="1595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game name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642F66E-3192-19CD-E194-EF42FC9F5D6D}"/>
              </a:ext>
            </a:extLst>
          </p:cNvPr>
          <p:cNvSpPr/>
          <p:nvPr/>
        </p:nvSpPr>
        <p:spPr>
          <a:xfrm>
            <a:off x="1729270" y="2424554"/>
            <a:ext cx="1170021" cy="1595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game name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67714D4-8F59-0129-B56F-C6F69E7E257D}"/>
              </a:ext>
            </a:extLst>
          </p:cNvPr>
          <p:cNvSpPr/>
          <p:nvPr/>
        </p:nvSpPr>
        <p:spPr>
          <a:xfrm>
            <a:off x="3095807" y="2424212"/>
            <a:ext cx="1170021" cy="1595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Genre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AA0E164-FB4C-A560-CDD8-BFD5DD9A812F}"/>
              </a:ext>
            </a:extLst>
          </p:cNvPr>
          <p:cNvSpPr/>
          <p:nvPr/>
        </p:nvSpPr>
        <p:spPr>
          <a:xfrm>
            <a:off x="3095807" y="2705959"/>
            <a:ext cx="1170021" cy="1595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Genre 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5237194-E5B9-AF79-6270-2EF915260EB2}"/>
              </a:ext>
            </a:extLst>
          </p:cNvPr>
          <p:cNvSpPr/>
          <p:nvPr/>
        </p:nvSpPr>
        <p:spPr>
          <a:xfrm>
            <a:off x="3095808" y="2971701"/>
            <a:ext cx="1170021" cy="1595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Genre 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D7AEFA-F545-2065-BCB0-8AB50C517F7F}"/>
              </a:ext>
            </a:extLst>
          </p:cNvPr>
          <p:cNvSpPr/>
          <p:nvPr/>
        </p:nvSpPr>
        <p:spPr>
          <a:xfrm>
            <a:off x="3095809" y="3269454"/>
            <a:ext cx="1170021" cy="1595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Genre 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4109EDE-0A09-D945-3598-E97EBBD69038}"/>
              </a:ext>
            </a:extLst>
          </p:cNvPr>
          <p:cNvSpPr/>
          <p:nvPr/>
        </p:nvSpPr>
        <p:spPr>
          <a:xfrm>
            <a:off x="3095809" y="3571810"/>
            <a:ext cx="1170021" cy="1595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Genre 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76EC007-4D8B-9EC1-3623-3BB811BA0B05}"/>
              </a:ext>
            </a:extLst>
          </p:cNvPr>
          <p:cNvSpPr/>
          <p:nvPr/>
        </p:nvSpPr>
        <p:spPr>
          <a:xfrm>
            <a:off x="4518932" y="2425341"/>
            <a:ext cx="1170021" cy="1595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Platform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768DC03-B073-2B42-D1D0-7BE416325ADD}"/>
              </a:ext>
            </a:extLst>
          </p:cNvPr>
          <p:cNvSpPr/>
          <p:nvPr/>
        </p:nvSpPr>
        <p:spPr>
          <a:xfrm>
            <a:off x="4518933" y="2709567"/>
            <a:ext cx="1170021" cy="1595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Platform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5467978-C0E4-FE16-2A93-70591539D432}"/>
              </a:ext>
            </a:extLst>
          </p:cNvPr>
          <p:cNvSpPr/>
          <p:nvPr/>
        </p:nvSpPr>
        <p:spPr>
          <a:xfrm>
            <a:off x="4518934" y="2953337"/>
            <a:ext cx="1170021" cy="1595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Platform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C379A8C-18F7-8ECC-F178-9898F6130AB3}"/>
              </a:ext>
            </a:extLst>
          </p:cNvPr>
          <p:cNvSpPr/>
          <p:nvPr/>
        </p:nvSpPr>
        <p:spPr>
          <a:xfrm>
            <a:off x="4518934" y="3274213"/>
            <a:ext cx="1170021" cy="1595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Platform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8E90033-F2D2-AF7A-BA72-4BCCB3AACE45}"/>
              </a:ext>
            </a:extLst>
          </p:cNvPr>
          <p:cNvSpPr/>
          <p:nvPr/>
        </p:nvSpPr>
        <p:spPr>
          <a:xfrm>
            <a:off x="4528939" y="3556991"/>
            <a:ext cx="1170021" cy="1595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Platform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2788C89-9C77-566A-72A3-85424AA4DB35}"/>
              </a:ext>
            </a:extLst>
          </p:cNvPr>
          <p:cNvSpPr/>
          <p:nvPr/>
        </p:nvSpPr>
        <p:spPr>
          <a:xfrm>
            <a:off x="5980609" y="2431249"/>
            <a:ext cx="1170021" cy="1595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Active players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D143CFF-ADFE-5C0D-B721-0D37ABB4EBA9}"/>
              </a:ext>
            </a:extLst>
          </p:cNvPr>
          <p:cNvSpPr/>
          <p:nvPr/>
        </p:nvSpPr>
        <p:spPr>
          <a:xfrm>
            <a:off x="5980609" y="2720428"/>
            <a:ext cx="1170021" cy="1595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Active players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A49D9BC-E460-4A61-1A44-F125CDB5AF23}"/>
              </a:ext>
            </a:extLst>
          </p:cNvPr>
          <p:cNvSpPr/>
          <p:nvPr/>
        </p:nvSpPr>
        <p:spPr>
          <a:xfrm>
            <a:off x="5980609" y="2962129"/>
            <a:ext cx="1170021" cy="1595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Active players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06B1EAC-BBEB-488A-561C-4B30A9E4EAB1}"/>
              </a:ext>
            </a:extLst>
          </p:cNvPr>
          <p:cNvSpPr/>
          <p:nvPr/>
        </p:nvSpPr>
        <p:spPr>
          <a:xfrm>
            <a:off x="5980610" y="3284042"/>
            <a:ext cx="1170021" cy="1595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Active players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30503F0-4490-9FAB-59D3-351809866846}"/>
              </a:ext>
            </a:extLst>
          </p:cNvPr>
          <p:cNvSpPr/>
          <p:nvPr/>
        </p:nvSpPr>
        <p:spPr>
          <a:xfrm>
            <a:off x="5980611" y="3564438"/>
            <a:ext cx="1170021" cy="1595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Active players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A0F6BED-54A5-C862-1529-1DB60CBE1BF3}"/>
              </a:ext>
            </a:extLst>
          </p:cNvPr>
          <p:cNvSpPr/>
          <p:nvPr/>
        </p:nvSpPr>
        <p:spPr>
          <a:xfrm>
            <a:off x="7547177" y="2431795"/>
            <a:ext cx="1170021" cy="159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Peak players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E208186-61B7-F4FC-6A72-253104B83F6C}"/>
              </a:ext>
            </a:extLst>
          </p:cNvPr>
          <p:cNvSpPr/>
          <p:nvPr/>
        </p:nvSpPr>
        <p:spPr>
          <a:xfrm>
            <a:off x="7560009" y="2709433"/>
            <a:ext cx="1170021" cy="159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Peak players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4F75F61-075A-7B02-1679-B33DE172002D}"/>
              </a:ext>
            </a:extLst>
          </p:cNvPr>
          <p:cNvSpPr/>
          <p:nvPr/>
        </p:nvSpPr>
        <p:spPr>
          <a:xfrm>
            <a:off x="7547175" y="2953337"/>
            <a:ext cx="1170021" cy="159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Peak players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88397A0-7080-46A7-185F-AFF771FD22C7}"/>
              </a:ext>
            </a:extLst>
          </p:cNvPr>
          <p:cNvSpPr/>
          <p:nvPr/>
        </p:nvSpPr>
        <p:spPr>
          <a:xfrm>
            <a:off x="7547176" y="3262911"/>
            <a:ext cx="1170021" cy="159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Peak players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3B5910D-DB8F-9DEF-4BA8-9E7801DF68B8}"/>
              </a:ext>
            </a:extLst>
          </p:cNvPr>
          <p:cNvSpPr/>
          <p:nvPr/>
        </p:nvSpPr>
        <p:spPr>
          <a:xfrm>
            <a:off x="7547175" y="3556991"/>
            <a:ext cx="1170021" cy="159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Peak players</a:t>
            </a:r>
          </a:p>
        </p:txBody>
      </p:sp>
    </p:spTree>
    <p:extLst>
      <p:ext uri="{BB962C8B-B14F-4D97-AF65-F5344CB8AC3E}">
        <p14:creationId xmlns:p14="http://schemas.microsoft.com/office/powerpoint/2010/main" val="2931104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52420-28B4-E988-BC9D-A1BB2EA726B5}"/>
              </a:ext>
            </a:extLst>
          </p:cNvPr>
          <p:cNvSpPr/>
          <p:nvPr/>
        </p:nvSpPr>
        <p:spPr>
          <a:xfrm>
            <a:off x="0" y="1352551"/>
            <a:ext cx="12192000" cy="550544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CC8191-77E2-7C04-7D9E-0A1E6F09C905}"/>
              </a:ext>
            </a:extLst>
          </p:cNvPr>
          <p:cNvSpPr/>
          <p:nvPr/>
        </p:nvSpPr>
        <p:spPr>
          <a:xfrm>
            <a:off x="0" y="5505449"/>
            <a:ext cx="12192000" cy="1352551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9B5832-E5C5-FBA2-627C-F5D2EF3AC171}"/>
              </a:ext>
            </a:extLst>
          </p:cNvPr>
          <p:cNvSpPr/>
          <p:nvPr/>
        </p:nvSpPr>
        <p:spPr>
          <a:xfrm>
            <a:off x="0" y="3401619"/>
            <a:ext cx="12192000" cy="1044175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E717A0-89EA-CB65-956E-CB8F41CAA15C}"/>
              </a:ext>
            </a:extLst>
          </p:cNvPr>
          <p:cNvSpPr/>
          <p:nvPr/>
        </p:nvSpPr>
        <p:spPr>
          <a:xfrm>
            <a:off x="4429124" y="0"/>
            <a:ext cx="3133725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Game Rating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5A8F5E-F86C-98AF-9189-A5F3DA8D8561}"/>
              </a:ext>
            </a:extLst>
          </p:cNvPr>
          <p:cNvSpPr/>
          <p:nvPr/>
        </p:nvSpPr>
        <p:spPr>
          <a:xfrm>
            <a:off x="0" y="790576"/>
            <a:ext cx="12192000" cy="5619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phrase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AE5B13-FBB2-BE6F-C3B4-ED1DB51D0FB4}"/>
              </a:ext>
            </a:extLst>
          </p:cNvPr>
          <p:cNvSpPr/>
          <p:nvPr/>
        </p:nvSpPr>
        <p:spPr>
          <a:xfrm>
            <a:off x="904875" y="1400175"/>
            <a:ext cx="10182225" cy="695325"/>
          </a:xfrm>
          <a:prstGeom prst="rect">
            <a:avLst/>
          </a:prstGeom>
          <a:solidFill>
            <a:srgbClr val="3A3A3A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Text about our website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11E617-3A4D-5E90-BC49-0785D0FC5D03}"/>
              </a:ext>
            </a:extLst>
          </p:cNvPr>
          <p:cNvSpPr/>
          <p:nvPr/>
        </p:nvSpPr>
        <p:spPr>
          <a:xfrm>
            <a:off x="5704114" y="2259758"/>
            <a:ext cx="783772" cy="16678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Subtitle</a:t>
            </a:r>
            <a:r>
              <a:rPr lang="en-US" dirty="0"/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DC8851-EB8A-60DF-98F2-C92F5365F7D2}"/>
              </a:ext>
            </a:extLst>
          </p:cNvPr>
          <p:cNvSpPr/>
          <p:nvPr/>
        </p:nvSpPr>
        <p:spPr>
          <a:xfrm>
            <a:off x="1822138" y="2561458"/>
            <a:ext cx="1819275" cy="695325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Game Name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>
                <a:solidFill>
                  <a:schemeClr val="tx1"/>
                </a:solidFill>
              </a:rPr>
              <a:t>Text about the game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0267A9-3253-C946-CF29-3F613A76FF7E}"/>
              </a:ext>
            </a:extLst>
          </p:cNvPr>
          <p:cNvSpPr/>
          <p:nvPr/>
        </p:nvSpPr>
        <p:spPr>
          <a:xfrm>
            <a:off x="2095980" y="2825776"/>
            <a:ext cx="1228726" cy="2024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Game poster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765DA6-740E-71A5-0043-DDD0D0151DCF}"/>
              </a:ext>
            </a:extLst>
          </p:cNvPr>
          <p:cNvSpPr/>
          <p:nvPr/>
        </p:nvSpPr>
        <p:spPr>
          <a:xfrm>
            <a:off x="8177691" y="5812095"/>
            <a:ext cx="1819275" cy="695325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Game Name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>
                <a:solidFill>
                  <a:schemeClr val="tx1"/>
                </a:solidFill>
              </a:rPr>
              <a:t>Text about the game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DBF14-80C0-C663-6008-2453B19965D9}"/>
              </a:ext>
            </a:extLst>
          </p:cNvPr>
          <p:cNvSpPr/>
          <p:nvPr/>
        </p:nvSpPr>
        <p:spPr>
          <a:xfrm>
            <a:off x="8505823" y="6053136"/>
            <a:ext cx="1228726" cy="2024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Game poster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99F4CA-5A49-EDA9-6CB8-AAA79712F59F}"/>
              </a:ext>
            </a:extLst>
          </p:cNvPr>
          <p:cNvSpPr/>
          <p:nvPr/>
        </p:nvSpPr>
        <p:spPr>
          <a:xfrm>
            <a:off x="8181972" y="4773773"/>
            <a:ext cx="1819275" cy="695325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Game Name</a:t>
            </a:r>
            <a:br>
              <a:rPr lang="en-US" sz="1400" dirty="0"/>
            </a:b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Text about the game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14488F-C724-3F7F-416F-71C29F976514}"/>
              </a:ext>
            </a:extLst>
          </p:cNvPr>
          <p:cNvSpPr/>
          <p:nvPr/>
        </p:nvSpPr>
        <p:spPr>
          <a:xfrm>
            <a:off x="8477247" y="5041104"/>
            <a:ext cx="1228726" cy="2024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Game poster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C8F018-8C37-F54C-3076-1D0E90792D74}"/>
              </a:ext>
            </a:extLst>
          </p:cNvPr>
          <p:cNvSpPr/>
          <p:nvPr/>
        </p:nvSpPr>
        <p:spPr>
          <a:xfrm>
            <a:off x="5186362" y="5805487"/>
            <a:ext cx="1819275" cy="695325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Game Name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>
                <a:solidFill>
                  <a:schemeClr val="tx1"/>
                </a:solidFill>
              </a:rPr>
              <a:t>Text about the game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B30093-797E-2E6A-50BC-1B34102C4205}"/>
              </a:ext>
            </a:extLst>
          </p:cNvPr>
          <p:cNvSpPr/>
          <p:nvPr/>
        </p:nvSpPr>
        <p:spPr>
          <a:xfrm>
            <a:off x="5481637" y="6053136"/>
            <a:ext cx="1228726" cy="2024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Game poster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D8AB97-2B47-6820-6676-BF709A8E4EC2}"/>
              </a:ext>
            </a:extLst>
          </p:cNvPr>
          <p:cNvSpPr/>
          <p:nvPr/>
        </p:nvSpPr>
        <p:spPr>
          <a:xfrm>
            <a:off x="5176836" y="4764974"/>
            <a:ext cx="1819275" cy="695325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Game Name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>
                <a:solidFill>
                  <a:schemeClr val="tx1"/>
                </a:solidFill>
              </a:rPr>
              <a:t>Text about the game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24D55E-9FED-19F3-27D0-11B52D3AB812}"/>
              </a:ext>
            </a:extLst>
          </p:cNvPr>
          <p:cNvSpPr/>
          <p:nvPr/>
        </p:nvSpPr>
        <p:spPr>
          <a:xfrm>
            <a:off x="5472111" y="5041104"/>
            <a:ext cx="1228726" cy="2024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Game poster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C9DBFD-366B-0EAD-EBF5-1FD72021DEAA}"/>
              </a:ext>
            </a:extLst>
          </p:cNvPr>
          <p:cNvSpPr/>
          <p:nvPr/>
        </p:nvSpPr>
        <p:spPr>
          <a:xfrm>
            <a:off x="5176836" y="3705225"/>
            <a:ext cx="1819275" cy="695325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Game Name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>
                <a:solidFill>
                  <a:schemeClr val="tx1"/>
                </a:solidFill>
              </a:rPr>
              <a:t>Text about the game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B3B5ED-6BAD-6DFB-56F6-42E3171C10E2}"/>
              </a:ext>
            </a:extLst>
          </p:cNvPr>
          <p:cNvSpPr/>
          <p:nvPr/>
        </p:nvSpPr>
        <p:spPr>
          <a:xfrm>
            <a:off x="5472111" y="3952874"/>
            <a:ext cx="1228726" cy="2024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Game poster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EA9AF70-13D1-8A5E-4B9D-C436E9F542D6}"/>
              </a:ext>
            </a:extLst>
          </p:cNvPr>
          <p:cNvSpPr/>
          <p:nvPr/>
        </p:nvSpPr>
        <p:spPr>
          <a:xfrm>
            <a:off x="8181972" y="3714118"/>
            <a:ext cx="1819275" cy="695325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Game Name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>
                <a:solidFill>
                  <a:schemeClr val="tx1"/>
                </a:solidFill>
              </a:rPr>
              <a:t>Text about the game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051379-D430-DA59-46D0-7354FE11E609}"/>
              </a:ext>
            </a:extLst>
          </p:cNvPr>
          <p:cNvSpPr/>
          <p:nvPr/>
        </p:nvSpPr>
        <p:spPr>
          <a:xfrm>
            <a:off x="8477247" y="3998118"/>
            <a:ext cx="1228726" cy="2024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Game poster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5C79731-57D6-CE23-5BB4-B88909B2ABC0}"/>
              </a:ext>
            </a:extLst>
          </p:cNvPr>
          <p:cNvSpPr/>
          <p:nvPr/>
        </p:nvSpPr>
        <p:spPr>
          <a:xfrm>
            <a:off x="5172557" y="2556696"/>
            <a:ext cx="1819275" cy="695325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Game Name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>
                <a:solidFill>
                  <a:schemeClr val="tx1"/>
                </a:solidFill>
              </a:rPr>
              <a:t>Text about the game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D3CE82B-103D-EB14-0D54-5C3B918168A9}"/>
              </a:ext>
            </a:extLst>
          </p:cNvPr>
          <p:cNvSpPr/>
          <p:nvPr/>
        </p:nvSpPr>
        <p:spPr>
          <a:xfrm>
            <a:off x="5467832" y="2804345"/>
            <a:ext cx="1228726" cy="2024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Game poster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B7E2C4F-18B5-2329-40FC-76D5D83106C6}"/>
              </a:ext>
            </a:extLst>
          </p:cNvPr>
          <p:cNvSpPr/>
          <p:nvPr/>
        </p:nvSpPr>
        <p:spPr>
          <a:xfrm>
            <a:off x="8177691" y="2556696"/>
            <a:ext cx="1819275" cy="695325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Game Name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>
                <a:solidFill>
                  <a:schemeClr val="tx1"/>
                </a:solidFill>
              </a:rPr>
              <a:t>Text about the game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A3632F3-8BC2-8B1E-F7EA-1C67CF3A2D7C}"/>
              </a:ext>
            </a:extLst>
          </p:cNvPr>
          <p:cNvSpPr/>
          <p:nvPr/>
        </p:nvSpPr>
        <p:spPr>
          <a:xfrm>
            <a:off x="8501542" y="2797200"/>
            <a:ext cx="1228726" cy="2024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Game poster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24CD083-1BF9-0CB7-81F4-927EFAEAC51E}"/>
              </a:ext>
            </a:extLst>
          </p:cNvPr>
          <p:cNvSpPr/>
          <p:nvPr/>
        </p:nvSpPr>
        <p:spPr>
          <a:xfrm>
            <a:off x="1826418" y="3650455"/>
            <a:ext cx="1819275" cy="695325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Game Name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>
                <a:solidFill>
                  <a:schemeClr val="tx1"/>
                </a:solidFill>
              </a:rPr>
              <a:t>Text about the game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5145FA-1236-5017-5E0D-1F73638E053B}"/>
              </a:ext>
            </a:extLst>
          </p:cNvPr>
          <p:cNvSpPr/>
          <p:nvPr/>
        </p:nvSpPr>
        <p:spPr>
          <a:xfrm>
            <a:off x="2121693" y="3898104"/>
            <a:ext cx="1228726" cy="2024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Game poster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C9B773A-1FFD-4A42-0A6A-D08FCB35DE90}"/>
              </a:ext>
            </a:extLst>
          </p:cNvPr>
          <p:cNvSpPr/>
          <p:nvPr/>
        </p:nvSpPr>
        <p:spPr>
          <a:xfrm>
            <a:off x="1835943" y="4762500"/>
            <a:ext cx="1819275" cy="695325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Game Name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>
                <a:solidFill>
                  <a:schemeClr val="tx1"/>
                </a:solidFill>
              </a:rPr>
              <a:t>Text about the game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E163B8A-A45F-9305-444A-B9F79E1DC525}"/>
              </a:ext>
            </a:extLst>
          </p:cNvPr>
          <p:cNvSpPr/>
          <p:nvPr/>
        </p:nvSpPr>
        <p:spPr>
          <a:xfrm>
            <a:off x="2131218" y="5041103"/>
            <a:ext cx="1228726" cy="2024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Game poster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D8ED600-33CE-2815-9439-9810886481DA}"/>
              </a:ext>
            </a:extLst>
          </p:cNvPr>
          <p:cNvSpPr/>
          <p:nvPr/>
        </p:nvSpPr>
        <p:spPr>
          <a:xfrm>
            <a:off x="1854994" y="5805487"/>
            <a:ext cx="1819275" cy="695325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Game Name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>
                <a:solidFill>
                  <a:schemeClr val="tx1"/>
                </a:solidFill>
              </a:rPr>
              <a:t>Text about the game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FB1F74-A02B-75AB-2DB4-B078BD8BFF55}"/>
              </a:ext>
            </a:extLst>
          </p:cNvPr>
          <p:cNvSpPr/>
          <p:nvPr/>
        </p:nvSpPr>
        <p:spPr>
          <a:xfrm>
            <a:off x="2150269" y="6053136"/>
            <a:ext cx="1228726" cy="2024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Game poster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0CB1EE-60EE-A8D7-958B-7247661C44F4}"/>
              </a:ext>
            </a:extLst>
          </p:cNvPr>
          <p:cNvSpPr/>
          <p:nvPr/>
        </p:nvSpPr>
        <p:spPr>
          <a:xfrm>
            <a:off x="5692207" y="5562550"/>
            <a:ext cx="783772" cy="16678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Subtitle</a:t>
            </a:r>
            <a:r>
              <a:rPr lang="en-US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1657F0-85C9-8B6D-64C5-02AEA74598F0}"/>
              </a:ext>
            </a:extLst>
          </p:cNvPr>
          <p:cNvSpPr/>
          <p:nvPr/>
        </p:nvSpPr>
        <p:spPr>
          <a:xfrm>
            <a:off x="5694490" y="4520754"/>
            <a:ext cx="783772" cy="16678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Subtitle</a:t>
            </a:r>
            <a:r>
              <a:rPr lang="en-US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E7B312-43E6-672E-B683-3684C6A6D617}"/>
              </a:ext>
            </a:extLst>
          </p:cNvPr>
          <p:cNvSpPr/>
          <p:nvPr/>
        </p:nvSpPr>
        <p:spPr>
          <a:xfrm>
            <a:off x="5704114" y="3451186"/>
            <a:ext cx="783772" cy="16678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Subtitle</a:t>
            </a:r>
            <a:r>
              <a:rPr lang="en-US" dirty="0"/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F58928-CF3E-8686-1AC8-EE412A113E3D}"/>
              </a:ext>
            </a:extLst>
          </p:cNvPr>
          <p:cNvSpPr/>
          <p:nvPr/>
        </p:nvSpPr>
        <p:spPr>
          <a:xfrm>
            <a:off x="0" y="352426"/>
            <a:ext cx="12192000" cy="438150"/>
          </a:xfrm>
          <a:prstGeom prst="rect">
            <a:avLst/>
          </a:prstGeom>
          <a:solidFill>
            <a:srgbClr val="28114B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                   Game Station             Game </a:t>
            </a:r>
            <a:r>
              <a:rPr lang="en-US" sz="1400" dirty="0"/>
              <a:t>News            </a:t>
            </a:r>
            <a:r>
              <a:rPr lang="en-US" sz="1400" dirty="0">
                <a:solidFill>
                  <a:schemeClr val="bg1"/>
                </a:solidFill>
              </a:rPr>
              <a:t>Game Database             Game Rating                 Make of site                      Our Story </a:t>
            </a:r>
            <a:r>
              <a:rPr lang="en-US" dirty="0">
                <a:solidFill>
                  <a:schemeClr val="bg1"/>
                </a:solidFill>
              </a:rPr>
              <a:t>	   </a:t>
            </a:r>
            <a:r>
              <a:rPr lang="en-US" sz="1400" dirty="0">
                <a:solidFill>
                  <a:schemeClr val="bg1"/>
                </a:solidFill>
              </a:rPr>
              <a:t>welcome (user)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955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DB61FF-78E3-D9EE-B598-DEB7D40AD7A8}"/>
              </a:ext>
            </a:extLst>
          </p:cNvPr>
          <p:cNvSpPr/>
          <p:nvPr/>
        </p:nvSpPr>
        <p:spPr>
          <a:xfrm>
            <a:off x="4310062" y="0"/>
            <a:ext cx="3133725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Make of site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EEE917-FFF3-5153-1631-A422724E8791}"/>
              </a:ext>
            </a:extLst>
          </p:cNvPr>
          <p:cNvSpPr/>
          <p:nvPr/>
        </p:nvSpPr>
        <p:spPr>
          <a:xfrm>
            <a:off x="0" y="790576"/>
            <a:ext cx="12192000" cy="5619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phrase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A1C1E0-FDF2-E1D6-61F6-75D91577408C}"/>
              </a:ext>
            </a:extLst>
          </p:cNvPr>
          <p:cNvSpPr/>
          <p:nvPr/>
        </p:nvSpPr>
        <p:spPr>
          <a:xfrm>
            <a:off x="0" y="1333675"/>
            <a:ext cx="12192000" cy="552432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69372-AA9A-3FAD-92BD-44D526DF69B7}"/>
              </a:ext>
            </a:extLst>
          </p:cNvPr>
          <p:cNvSpPr/>
          <p:nvPr/>
        </p:nvSpPr>
        <p:spPr>
          <a:xfrm>
            <a:off x="3520653" y="1496097"/>
            <a:ext cx="4615641" cy="517252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E83DD4-C307-3CB4-A15F-5DA3F094F656}"/>
              </a:ext>
            </a:extLst>
          </p:cNvPr>
          <p:cNvSpPr/>
          <p:nvPr/>
        </p:nvSpPr>
        <p:spPr>
          <a:xfrm>
            <a:off x="2577607" y="2080045"/>
            <a:ext cx="1579684" cy="872413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r>
              <a:rPr lang="en-US" sz="1400" dirty="0">
                <a:solidFill>
                  <a:schemeClr val="tx1"/>
                </a:solidFill>
              </a:rPr>
              <a:t>Picture</a:t>
            </a: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endParaRPr lang="en-US" sz="1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CAFA3D-7F6B-EA80-3D6A-0E1B819DEC37}"/>
              </a:ext>
            </a:extLst>
          </p:cNvPr>
          <p:cNvSpPr/>
          <p:nvPr/>
        </p:nvSpPr>
        <p:spPr>
          <a:xfrm>
            <a:off x="7733398" y="2080044"/>
            <a:ext cx="1579684" cy="872413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r>
              <a:rPr lang="en-US" sz="1400" dirty="0">
                <a:solidFill>
                  <a:schemeClr val="tx1"/>
                </a:solidFill>
              </a:rPr>
              <a:t>Picture</a:t>
            </a: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endParaRPr lang="en-US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FB0D48-18F1-FCFF-F27E-D200992F9A85}"/>
              </a:ext>
            </a:extLst>
          </p:cNvPr>
          <p:cNvSpPr/>
          <p:nvPr/>
        </p:nvSpPr>
        <p:spPr>
          <a:xfrm>
            <a:off x="5063801" y="3214716"/>
            <a:ext cx="1579684" cy="872413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r>
              <a:rPr lang="en-US" sz="1400" dirty="0">
                <a:solidFill>
                  <a:schemeClr val="tx1"/>
                </a:solidFill>
              </a:rPr>
              <a:t>Picture</a:t>
            </a: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endParaRPr lang="en-US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34A134-C97D-DFEE-766C-E6B81F9E2B89}"/>
              </a:ext>
            </a:extLst>
          </p:cNvPr>
          <p:cNvSpPr/>
          <p:nvPr/>
        </p:nvSpPr>
        <p:spPr>
          <a:xfrm>
            <a:off x="5063801" y="2080045"/>
            <a:ext cx="1579684" cy="872413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r>
              <a:rPr lang="en-US" sz="1400" dirty="0">
                <a:solidFill>
                  <a:schemeClr val="tx1"/>
                </a:solidFill>
              </a:rPr>
              <a:t>Picture</a:t>
            </a: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endParaRPr lang="en-US" sz="1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A77469-363A-1EA3-9648-FFD4B3BE6D5A}"/>
              </a:ext>
            </a:extLst>
          </p:cNvPr>
          <p:cNvSpPr/>
          <p:nvPr/>
        </p:nvSpPr>
        <p:spPr>
          <a:xfrm>
            <a:off x="2577607" y="3214715"/>
            <a:ext cx="1579684" cy="872413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r>
              <a:rPr lang="en-US" sz="1400" dirty="0">
                <a:solidFill>
                  <a:schemeClr val="tx1"/>
                </a:solidFill>
              </a:rPr>
              <a:t>Picture</a:t>
            </a: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endParaRPr lang="en-US" sz="14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AFB812-9DFC-712B-797C-F301C73EA422}"/>
              </a:ext>
            </a:extLst>
          </p:cNvPr>
          <p:cNvSpPr/>
          <p:nvPr/>
        </p:nvSpPr>
        <p:spPr>
          <a:xfrm>
            <a:off x="2604136" y="2992917"/>
            <a:ext cx="1526627" cy="142955"/>
          </a:xfrm>
          <a:prstGeom prst="rect">
            <a:avLst/>
          </a:prstGeom>
          <a:solidFill>
            <a:srgbClr val="3A3A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Description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18460F-FF30-0D48-70A3-0A8009B7758E}"/>
              </a:ext>
            </a:extLst>
          </p:cNvPr>
          <p:cNvSpPr/>
          <p:nvPr/>
        </p:nvSpPr>
        <p:spPr>
          <a:xfrm>
            <a:off x="2604136" y="4129631"/>
            <a:ext cx="1526627" cy="142955"/>
          </a:xfrm>
          <a:prstGeom prst="rect">
            <a:avLst/>
          </a:prstGeom>
          <a:solidFill>
            <a:srgbClr val="3A3A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Description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2EE0E92-3677-59AC-EDC1-DD2A3D67820C}"/>
              </a:ext>
            </a:extLst>
          </p:cNvPr>
          <p:cNvSpPr/>
          <p:nvPr/>
        </p:nvSpPr>
        <p:spPr>
          <a:xfrm>
            <a:off x="5090330" y="4129631"/>
            <a:ext cx="1526627" cy="142955"/>
          </a:xfrm>
          <a:prstGeom prst="rect">
            <a:avLst/>
          </a:prstGeom>
          <a:solidFill>
            <a:srgbClr val="3A3A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Description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64985A-9269-FF00-0559-4BB8E6C93489}"/>
              </a:ext>
            </a:extLst>
          </p:cNvPr>
          <p:cNvSpPr/>
          <p:nvPr/>
        </p:nvSpPr>
        <p:spPr>
          <a:xfrm>
            <a:off x="7759927" y="2992917"/>
            <a:ext cx="1526627" cy="142955"/>
          </a:xfrm>
          <a:prstGeom prst="rect">
            <a:avLst/>
          </a:prstGeom>
          <a:solidFill>
            <a:srgbClr val="3A3A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Description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ADB1AD-5588-0A9E-B746-FD3ACF2BE94F}"/>
              </a:ext>
            </a:extLst>
          </p:cNvPr>
          <p:cNvSpPr/>
          <p:nvPr/>
        </p:nvSpPr>
        <p:spPr>
          <a:xfrm>
            <a:off x="5090330" y="2992917"/>
            <a:ext cx="1526627" cy="142955"/>
          </a:xfrm>
          <a:prstGeom prst="rect">
            <a:avLst/>
          </a:prstGeom>
          <a:solidFill>
            <a:srgbClr val="3A3A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Description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492A9B9-9E40-A74A-5A6C-FAEC4BAA1611}"/>
              </a:ext>
            </a:extLst>
          </p:cNvPr>
          <p:cNvSpPr/>
          <p:nvPr/>
        </p:nvSpPr>
        <p:spPr>
          <a:xfrm>
            <a:off x="7733398" y="3218303"/>
            <a:ext cx="1579684" cy="872413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r>
              <a:rPr lang="en-US" sz="1400" dirty="0">
                <a:solidFill>
                  <a:schemeClr val="tx1"/>
                </a:solidFill>
              </a:rPr>
              <a:t>Picture</a:t>
            </a: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endParaRPr lang="en-US" sz="1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CDBF61-ACB2-BBF2-9BEA-CD0043A5A11C}"/>
              </a:ext>
            </a:extLst>
          </p:cNvPr>
          <p:cNvSpPr/>
          <p:nvPr/>
        </p:nvSpPr>
        <p:spPr>
          <a:xfrm>
            <a:off x="7759927" y="4134762"/>
            <a:ext cx="1526627" cy="142955"/>
          </a:xfrm>
          <a:prstGeom prst="rect">
            <a:avLst/>
          </a:prstGeom>
          <a:solidFill>
            <a:srgbClr val="3A3A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Description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E1F893F-FE21-2672-D107-D9CD5FFC472C}"/>
              </a:ext>
            </a:extLst>
          </p:cNvPr>
          <p:cNvSpPr/>
          <p:nvPr/>
        </p:nvSpPr>
        <p:spPr>
          <a:xfrm>
            <a:off x="0" y="352426"/>
            <a:ext cx="12192000" cy="438150"/>
          </a:xfrm>
          <a:prstGeom prst="rect">
            <a:avLst/>
          </a:prstGeom>
          <a:solidFill>
            <a:srgbClr val="28114B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                   Game Station             Game </a:t>
            </a:r>
            <a:r>
              <a:rPr lang="en-US" sz="1400" dirty="0"/>
              <a:t>News            </a:t>
            </a:r>
            <a:r>
              <a:rPr lang="en-US" sz="1400" dirty="0">
                <a:solidFill>
                  <a:schemeClr val="bg1"/>
                </a:solidFill>
              </a:rPr>
              <a:t>Game Database             Game Rating                 Make of site                      Our Story </a:t>
            </a:r>
            <a:r>
              <a:rPr lang="en-US" dirty="0">
                <a:solidFill>
                  <a:schemeClr val="bg1"/>
                </a:solidFill>
              </a:rPr>
              <a:t>	   </a:t>
            </a:r>
            <a:r>
              <a:rPr lang="en-US" sz="1400" dirty="0">
                <a:solidFill>
                  <a:schemeClr val="bg1"/>
                </a:solidFill>
              </a:rPr>
              <a:t>welcome (user)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5C4C386-0C1D-BB72-13BE-1219BBA39541}"/>
              </a:ext>
            </a:extLst>
          </p:cNvPr>
          <p:cNvSpPr/>
          <p:nvPr/>
        </p:nvSpPr>
        <p:spPr>
          <a:xfrm>
            <a:off x="4310063" y="4462782"/>
            <a:ext cx="3101578" cy="386915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Text about what we created our website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873BA5C-C21D-0136-C418-0A03DFA226B9}"/>
              </a:ext>
            </a:extLst>
          </p:cNvPr>
          <p:cNvSpPr/>
          <p:nvPr/>
        </p:nvSpPr>
        <p:spPr>
          <a:xfrm>
            <a:off x="4310062" y="5411083"/>
            <a:ext cx="3101579" cy="371828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Text about each member role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BFC2986-58F0-FBFA-4996-B15B8ACE7DFC}"/>
              </a:ext>
            </a:extLst>
          </p:cNvPr>
          <p:cNvSpPr/>
          <p:nvPr/>
        </p:nvSpPr>
        <p:spPr>
          <a:xfrm>
            <a:off x="4856727" y="5069271"/>
            <a:ext cx="1914282" cy="178214"/>
          </a:xfrm>
          <a:prstGeom prst="rect">
            <a:avLst/>
          </a:prstGeom>
          <a:solidFill>
            <a:srgbClr val="3A3A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Subtitle</a:t>
            </a:r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E31107A-98B8-5452-DB02-2421CE8FA642}"/>
              </a:ext>
            </a:extLst>
          </p:cNvPr>
          <p:cNvSpPr/>
          <p:nvPr/>
        </p:nvSpPr>
        <p:spPr>
          <a:xfrm>
            <a:off x="4856727" y="5946509"/>
            <a:ext cx="1914282" cy="178214"/>
          </a:xfrm>
          <a:prstGeom prst="rect">
            <a:avLst/>
          </a:prstGeom>
          <a:solidFill>
            <a:srgbClr val="3A3A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Subtitle</a:t>
            </a:r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668EC6D-3FD6-482E-11E0-1E2FF8B65D6E}"/>
              </a:ext>
            </a:extLst>
          </p:cNvPr>
          <p:cNvSpPr/>
          <p:nvPr/>
        </p:nvSpPr>
        <p:spPr>
          <a:xfrm>
            <a:off x="4263078" y="6264143"/>
            <a:ext cx="3101579" cy="483324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References </a:t>
            </a:r>
          </a:p>
        </p:txBody>
      </p:sp>
    </p:spTree>
    <p:extLst>
      <p:ext uri="{BB962C8B-B14F-4D97-AF65-F5344CB8AC3E}">
        <p14:creationId xmlns:p14="http://schemas.microsoft.com/office/powerpoint/2010/main" val="549906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AB5FB-4C3B-72FC-8A02-0CC582AC3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024E57D-A10F-D16E-2C17-EE5BD7D31525}"/>
              </a:ext>
            </a:extLst>
          </p:cNvPr>
          <p:cNvSpPr/>
          <p:nvPr/>
        </p:nvSpPr>
        <p:spPr>
          <a:xfrm>
            <a:off x="0" y="1352552"/>
            <a:ext cx="12192000" cy="550544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ECC89E-21F1-59D2-7D3A-983997835332}"/>
              </a:ext>
            </a:extLst>
          </p:cNvPr>
          <p:cNvSpPr/>
          <p:nvPr/>
        </p:nvSpPr>
        <p:spPr>
          <a:xfrm>
            <a:off x="3321698" y="1418253"/>
            <a:ext cx="5327780" cy="5365102"/>
          </a:xfrm>
          <a:prstGeom prst="rect">
            <a:avLst/>
          </a:prstGeom>
          <a:solidFill>
            <a:srgbClr val="F9F9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4CAC94-9376-AC33-5444-30F9F04A5DFC}"/>
              </a:ext>
            </a:extLst>
          </p:cNvPr>
          <p:cNvSpPr/>
          <p:nvPr/>
        </p:nvSpPr>
        <p:spPr>
          <a:xfrm>
            <a:off x="4320462" y="1"/>
            <a:ext cx="3133725" cy="2286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Our story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EE2DA6-D20F-B900-E510-DDA62FE33583}"/>
              </a:ext>
            </a:extLst>
          </p:cNvPr>
          <p:cNvSpPr/>
          <p:nvPr/>
        </p:nvSpPr>
        <p:spPr>
          <a:xfrm>
            <a:off x="0" y="790576"/>
            <a:ext cx="12192000" cy="5619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phrase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A5E2E9-B616-1CA9-797D-54E62F44FB5D}"/>
              </a:ext>
            </a:extLst>
          </p:cNvPr>
          <p:cNvSpPr/>
          <p:nvPr/>
        </p:nvSpPr>
        <p:spPr>
          <a:xfrm>
            <a:off x="3553311" y="2823024"/>
            <a:ext cx="953375" cy="21664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Subtitle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381AB1-BBFC-F0CE-6BB6-12CE1F891B01}"/>
              </a:ext>
            </a:extLst>
          </p:cNvPr>
          <p:cNvSpPr/>
          <p:nvPr/>
        </p:nvSpPr>
        <p:spPr>
          <a:xfrm>
            <a:off x="0" y="352426"/>
            <a:ext cx="12192000" cy="438150"/>
          </a:xfrm>
          <a:prstGeom prst="rect">
            <a:avLst/>
          </a:prstGeom>
          <a:solidFill>
            <a:srgbClr val="28114B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                   Game Station             Game </a:t>
            </a:r>
            <a:r>
              <a:rPr lang="en-US" sz="1400" dirty="0"/>
              <a:t>News            </a:t>
            </a:r>
            <a:r>
              <a:rPr lang="en-US" sz="1400" dirty="0">
                <a:solidFill>
                  <a:schemeClr val="bg1"/>
                </a:solidFill>
              </a:rPr>
              <a:t>Game Database             Game Rating                 Make of site                      Our Story </a:t>
            </a:r>
            <a:r>
              <a:rPr lang="en-US" dirty="0">
                <a:solidFill>
                  <a:schemeClr val="bg1"/>
                </a:solidFill>
              </a:rPr>
              <a:t>	   </a:t>
            </a:r>
            <a:r>
              <a:rPr lang="en-US" sz="1400" dirty="0">
                <a:solidFill>
                  <a:schemeClr val="bg1"/>
                </a:solidFill>
              </a:rPr>
              <a:t>welcome (user)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A8D871-2768-6464-55B1-B1A0828F2F94}"/>
              </a:ext>
            </a:extLst>
          </p:cNvPr>
          <p:cNvSpPr/>
          <p:nvPr/>
        </p:nvSpPr>
        <p:spPr>
          <a:xfrm>
            <a:off x="3553311" y="3141644"/>
            <a:ext cx="3564294" cy="51318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6CFAE0-D271-F55A-2823-AAFBBBA2F0C8}"/>
              </a:ext>
            </a:extLst>
          </p:cNvPr>
          <p:cNvSpPr/>
          <p:nvPr/>
        </p:nvSpPr>
        <p:spPr>
          <a:xfrm>
            <a:off x="3553311" y="1553446"/>
            <a:ext cx="1453390" cy="257809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Subtitle 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DF6545-51A9-8CB0-BDD0-EC8E3CA41D36}"/>
              </a:ext>
            </a:extLst>
          </p:cNvPr>
          <p:cNvSpPr/>
          <p:nvPr/>
        </p:nvSpPr>
        <p:spPr>
          <a:xfrm>
            <a:off x="3561815" y="3771025"/>
            <a:ext cx="1262112" cy="18135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Subtitle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09255E-405F-FAD6-67E3-D150F5055698}"/>
              </a:ext>
            </a:extLst>
          </p:cNvPr>
          <p:cNvSpPr/>
          <p:nvPr/>
        </p:nvSpPr>
        <p:spPr>
          <a:xfrm>
            <a:off x="3551657" y="4006094"/>
            <a:ext cx="3239375" cy="18678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Text</a:t>
            </a:r>
            <a:r>
              <a:rPr lang="en-US" dirty="0"/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A3B2CD-BAE4-E56A-D491-860F4A5846B1}"/>
              </a:ext>
            </a:extLst>
          </p:cNvPr>
          <p:cNvSpPr/>
          <p:nvPr/>
        </p:nvSpPr>
        <p:spPr>
          <a:xfrm>
            <a:off x="3571970" y="4253822"/>
            <a:ext cx="768803" cy="16727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Subtitle</a:t>
            </a:r>
            <a:r>
              <a:rPr lang="en-US" sz="1400" dirty="0"/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86DD11-B0D1-8BBE-E596-18174E12A0FF}"/>
              </a:ext>
            </a:extLst>
          </p:cNvPr>
          <p:cNvSpPr/>
          <p:nvPr/>
        </p:nvSpPr>
        <p:spPr>
          <a:xfrm>
            <a:off x="3564824" y="5786687"/>
            <a:ext cx="1944077" cy="20619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Text</a:t>
            </a:r>
            <a:r>
              <a:rPr lang="en-US" dirty="0"/>
              <a:t>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4594C4-46CA-50CE-9323-DB89E28AA58C}"/>
              </a:ext>
            </a:extLst>
          </p:cNvPr>
          <p:cNvSpPr/>
          <p:nvPr/>
        </p:nvSpPr>
        <p:spPr>
          <a:xfrm>
            <a:off x="3561814" y="6053821"/>
            <a:ext cx="1070353" cy="186786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Subtitle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E9B913-BD4F-E07A-764A-E6146407E322}"/>
              </a:ext>
            </a:extLst>
          </p:cNvPr>
          <p:cNvSpPr/>
          <p:nvPr/>
        </p:nvSpPr>
        <p:spPr>
          <a:xfrm>
            <a:off x="3551654" y="6319424"/>
            <a:ext cx="3312367" cy="39778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9A4DE0-07C5-4175-028A-C8B5CA7E2568}"/>
              </a:ext>
            </a:extLst>
          </p:cNvPr>
          <p:cNvSpPr/>
          <p:nvPr/>
        </p:nvSpPr>
        <p:spPr>
          <a:xfrm>
            <a:off x="3553311" y="1932521"/>
            <a:ext cx="3768109" cy="7326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BFC113-2EC0-FB62-C940-C3DA8602DD85}"/>
              </a:ext>
            </a:extLst>
          </p:cNvPr>
          <p:cNvSpPr/>
          <p:nvPr/>
        </p:nvSpPr>
        <p:spPr>
          <a:xfrm>
            <a:off x="3561814" y="5568127"/>
            <a:ext cx="768803" cy="16727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Subtitle</a:t>
            </a:r>
            <a:r>
              <a:rPr lang="en-US" sz="1400" dirty="0"/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3FA844-6039-03CF-A089-14D056A8E439}"/>
              </a:ext>
            </a:extLst>
          </p:cNvPr>
          <p:cNvSpPr/>
          <p:nvPr/>
        </p:nvSpPr>
        <p:spPr>
          <a:xfrm>
            <a:off x="3571969" y="4678507"/>
            <a:ext cx="768803" cy="16727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Subtitle</a:t>
            </a:r>
            <a:r>
              <a:rPr lang="en-US" sz="1400" dirty="0"/>
              <a:t>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4F1449-4856-6575-4EFE-2456DC84B352}"/>
              </a:ext>
            </a:extLst>
          </p:cNvPr>
          <p:cNvSpPr/>
          <p:nvPr/>
        </p:nvSpPr>
        <p:spPr>
          <a:xfrm>
            <a:off x="3561814" y="5113713"/>
            <a:ext cx="768803" cy="16727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Subtitle</a:t>
            </a:r>
            <a:r>
              <a:rPr lang="en-US" sz="1400" dirty="0"/>
              <a:t>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A24F5C-7530-991A-E3D4-20C039C25E36}"/>
              </a:ext>
            </a:extLst>
          </p:cNvPr>
          <p:cNvSpPr/>
          <p:nvPr/>
        </p:nvSpPr>
        <p:spPr>
          <a:xfrm>
            <a:off x="3561814" y="5317193"/>
            <a:ext cx="1944077" cy="20619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Text</a:t>
            </a:r>
            <a:r>
              <a:rPr lang="en-US" dirty="0"/>
              <a:t>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057B3F-1774-9180-0F2C-1242B0410480}"/>
              </a:ext>
            </a:extLst>
          </p:cNvPr>
          <p:cNvSpPr/>
          <p:nvPr/>
        </p:nvSpPr>
        <p:spPr>
          <a:xfrm>
            <a:off x="3551654" y="4874521"/>
            <a:ext cx="1944077" cy="20619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Text</a:t>
            </a:r>
            <a:r>
              <a:rPr lang="en-US" dirty="0"/>
              <a:t>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A2D411-B499-8672-2C89-53BE5CB1823B}"/>
              </a:ext>
            </a:extLst>
          </p:cNvPr>
          <p:cNvSpPr/>
          <p:nvPr/>
        </p:nvSpPr>
        <p:spPr>
          <a:xfrm>
            <a:off x="3561814" y="4444880"/>
            <a:ext cx="1944077" cy="20619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Text </a:t>
            </a:r>
          </a:p>
        </p:txBody>
      </p:sp>
    </p:spTree>
    <p:extLst>
      <p:ext uri="{BB962C8B-B14F-4D97-AF65-F5344CB8AC3E}">
        <p14:creationId xmlns:p14="http://schemas.microsoft.com/office/powerpoint/2010/main" val="305836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CD8C1-5C04-7257-D40F-8730EC409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98425"/>
            <a:ext cx="10515600" cy="454025"/>
          </a:xfrm>
        </p:spPr>
        <p:txBody>
          <a:bodyPr>
            <a:noAutofit/>
          </a:bodyPr>
          <a:lstStyle/>
          <a:p>
            <a:pPr algn="ctr"/>
            <a:r>
              <a:rPr lang="en-US" sz="2000" dirty="0"/>
              <a:t>For the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8F723-9081-42FE-EF0E-1F5207F18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75" y="552450"/>
            <a:ext cx="11287125" cy="6207125"/>
          </a:xfrm>
        </p:spPr>
        <p:txBody>
          <a:bodyPr/>
          <a:lstStyle/>
          <a:p>
            <a:r>
              <a:rPr lang="en-US" sz="1100" dirty="0">
                <a:effectLst/>
              </a:rPr>
              <a:t>Japan, S. </a:t>
            </a:r>
            <a:r>
              <a:rPr lang="en-US" sz="1100" dirty="0" err="1">
                <a:effectLst/>
              </a:rPr>
              <a:t>Kobari</a:t>
            </a:r>
            <a:r>
              <a:rPr lang="en-US" sz="1100" dirty="0">
                <a:effectLst/>
              </a:rPr>
              <a:t>            </a:t>
            </a:r>
            <a:r>
              <a:rPr lang="en-US" sz="1100" dirty="0" err="1">
                <a:effectLst/>
              </a:rPr>
              <a:t>PlayStation.Blog</a:t>
            </a:r>
            <a:r>
              <a:rPr lang="en-US" sz="1100" dirty="0">
                <a:effectLst/>
              </a:rPr>
              <a:t> </a:t>
            </a:r>
            <a:r>
              <a:rPr lang="en-US" sz="1100" i="1" dirty="0">
                <a:effectLst/>
              </a:rPr>
              <a:t>et al.</a:t>
            </a:r>
            <a:r>
              <a:rPr lang="en-US" sz="1100" dirty="0">
                <a:effectLst/>
              </a:rPr>
              <a:t> (2025) </a:t>
            </a:r>
            <a:r>
              <a:rPr lang="en-US" sz="1100" i="1" dirty="0">
                <a:effectLst/>
              </a:rPr>
              <a:t>State of play Japan airs today, Tuesday, November 11</a:t>
            </a:r>
            <a:r>
              <a:rPr lang="en-US" sz="1100" dirty="0">
                <a:effectLst/>
              </a:rPr>
              <a:t>, </a:t>
            </a:r>
            <a:r>
              <a:rPr lang="en-US" sz="1100" i="1" dirty="0" err="1">
                <a:effectLst/>
              </a:rPr>
              <a:t>PlayStation.Blog</a:t>
            </a:r>
            <a:r>
              <a:rPr lang="en-US" sz="1100" dirty="0">
                <a:effectLst/>
              </a:rPr>
              <a:t>. Available at: https://blog.playstation.com/2025/11/10/state-of-play-japan-airs-this-tuesday-november-11/?smcid=pdc%3Aus-en%3Aweb-pdc-state-of-play (Accessed: 06 December 2025). </a:t>
            </a:r>
          </a:p>
          <a:p>
            <a:r>
              <a:rPr lang="en-US" sz="1100" dirty="0">
                <a:effectLst/>
              </a:rPr>
              <a:t>Joe </a:t>
            </a:r>
            <a:r>
              <a:rPr lang="en-US" sz="1100" dirty="0" err="1">
                <a:effectLst/>
              </a:rPr>
              <a:t>Skrebels</a:t>
            </a:r>
            <a:r>
              <a:rPr lang="en-US" sz="1100" dirty="0">
                <a:effectLst/>
              </a:rPr>
              <a:t>, X.W.E.-C. (2025) </a:t>
            </a:r>
            <a:r>
              <a:rPr lang="en-US" sz="1100" i="1" dirty="0">
                <a:effectLst/>
              </a:rPr>
              <a:t>Gamescom 2025: Meet the teams bringing their games to the </a:t>
            </a:r>
            <a:r>
              <a:rPr lang="en-US" sz="1100" i="1" dirty="0" err="1">
                <a:effectLst/>
              </a:rPr>
              <a:t>xbox</a:t>
            </a:r>
            <a:r>
              <a:rPr lang="en-US" sz="1100" i="1" dirty="0">
                <a:effectLst/>
              </a:rPr>
              <a:t> booth </a:t>
            </a:r>
            <a:r>
              <a:rPr lang="en-US" sz="1100" dirty="0">
                <a:effectLst/>
              </a:rPr>
              <a:t>, </a:t>
            </a:r>
            <a:r>
              <a:rPr lang="en-US" sz="1100" i="1" dirty="0">
                <a:effectLst/>
              </a:rPr>
              <a:t>Xbox Wire</a:t>
            </a:r>
            <a:r>
              <a:rPr lang="en-US" sz="1100" dirty="0">
                <a:effectLst/>
              </a:rPr>
              <a:t>. Available at: https://news.xbox.com/en-us/2025/08/18/gamescom-2025-meet-the-teams-xbox-booth/ (Accessed: 06 December 2025). </a:t>
            </a:r>
          </a:p>
          <a:p>
            <a:r>
              <a:rPr lang="en-US" sz="1100" dirty="0"/>
              <a:t>(No date) </a:t>
            </a:r>
            <a:r>
              <a:rPr lang="en-US" sz="1100" i="1" dirty="0" err="1"/>
              <a:t>Chatgpt</a:t>
            </a:r>
            <a:r>
              <a:rPr lang="en-US" sz="1100" dirty="0"/>
              <a:t>. Available at: https://chatgpt.com/ (Accessed: 07 December 2025). </a:t>
            </a:r>
          </a:p>
          <a:p>
            <a:r>
              <a:rPr lang="en-US" sz="1100" i="1" dirty="0"/>
              <a:t>Fortnite</a:t>
            </a:r>
            <a:r>
              <a:rPr lang="en-US" sz="1100" dirty="0"/>
              <a:t> (2017) </a:t>
            </a:r>
            <a:r>
              <a:rPr lang="en-US" sz="1100" i="1" dirty="0"/>
              <a:t>IMDb</a:t>
            </a:r>
            <a:r>
              <a:rPr lang="en-US" sz="1100" dirty="0"/>
              <a:t>. Available at: https://www.imdb.com/title/tt8020008/ (Accessed: 07 December 2025). </a:t>
            </a:r>
          </a:p>
          <a:p>
            <a:r>
              <a:rPr lang="en-US" sz="1100" i="1" dirty="0"/>
              <a:t>Elden Ring</a:t>
            </a:r>
            <a:r>
              <a:rPr lang="en-US" sz="1100" dirty="0"/>
              <a:t> (2022) </a:t>
            </a:r>
            <a:r>
              <a:rPr lang="en-US" sz="1100" i="1" dirty="0"/>
              <a:t>IMDb</a:t>
            </a:r>
            <a:r>
              <a:rPr lang="en-US" sz="1100" dirty="0"/>
              <a:t>. Available at: https://www.imdb.com/title/tt10562854/ (Accessed: 07 December 2025). </a:t>
            </a:r>
          </a:p>
          <a:p>
            <a:r>
              <a:rPr lang="en-US" sz="1100" i="1" dirty="0"/>
              <a:t>Bloodborne</a:t>
            </a:r>
            <a:r>
              <a:rPr lang="en-US" sz="1100" dirty="0"/>
              <a:t> (2015) </a:t>
            </a:r>
            <a:r>
              <a:rPr lang="en-US" sz="1100" i="1" dirty="0"/>
              <a:t>IMDb</a:t>
            </a:r>
            <a:r>
              <a:rPr lang="en-US" sz="1100" dirty="0"/>
              <a:t>. Available at: https://www.imdb.com/title/tt3814634/ (Accessed: 07 December 2025). </a:t>
            </a:r>
          </a:p>
          <a:p>
            <a:r>
              <a:rPr lang="en-US" sz="1100" i="1" dirty="0"/>
              <a:t>Elden Ring </a:t>
            </a:r>
            <a:r>
              <a:rPr lang="en-US" sz="1100" i="1" dirty="0" err="1"/>
              <a:t>Nightreign</a:t>
            </a:r>
            <a:r>
              <a:rPr lang="en-US" sz="1100" i="1" dirty="0"/>
              <a:t> is a multiplayer survival spin-off revealed at the Game Awards</a:t>
            </a:r>
            <a:r>
              <a:rPr lang="en-US" sz="1100" dirty="0"/>
              <a:t> (no date) </a:t>
            </a:r>
            <a:r>
              <a:rPr lang="en-US" sz="1100" i="1" dirty="0"/>
              <a:t>CNET</a:t>
            </a:r>
            <a:r>
              <a:rPr lang="en-US" sz="1100" dirty="0"/>
              <a:t>. Available at: https://www.cnet.com/tech/gaming/elden-ring-nightreign-is-a-multiplayer-survival-spinoff-revealed-at-the-game-awards/ (Accessed: 07 December 2025). </a:t>
            </a:r>
          </a:p>
          <a:p>
            <a:r>
              <a:rPr lang="en-US" sz="1100" i="1" dirty="0"/>
              <a:t>Chapter 7 of </a:t>
            </a:r>
            <a:r>
              <a:rPr lang="en-US" sz="1100" i="1" dirty="0" err="1"/>
              <a:t>fortnite</a:t>
            </a:r>
            <a:r>
              <a:rPr lang="en-US" sz="1100" i="1" dirty="0"/>
              <a:t> is now available - IG news</a:t>
            </a:r>
            <a:r>
              <a:rPr lang="en-US" sz="1100" dirty="0"/>
              <a:t> (2025) </a:t>
            </a:r>
            <a:r>
              <a:rPr lang="en-US" sz="1100" i="1" dirty="0"/>
              <a:t>Instant Gaming News</a:t>
            </a:r>
            <a:r>
              <a:rPr lang="en-US" sz="1100" dirty="0"/>
              <a:t>. Available at: https://news.instant-gaming.com/en/articles/16368-chapter-7-of-fortnite-is-now-available (Accessed: 07 December 2025). </a:t>
            </a:r>
          </a:p>
          <a:p>
            <a:r>
              <a:rPr lang="en-US" sz="1100" i="1" dirty="0"/>
              <a:t>„REDSEC" </a:t>
            </a:r>
            <a:r>
              <a:rPr lang="en-US" sz="1100" i="1" dirty="0" err="1"/>
              <a:t>Startet</a:t>
            </a:r>
            <a:r>
              <a:rPr lang="en-US" sz="1100" i="1" dirty="0"/>
              <a:t> Heute – der </a:t>
            </a:r>
            <a:r>
              <a:rPr lang="en-US" sz="1100" i="1" dirty="0" err="1"/>
              <a:t>neue</a:t>
            </a:r>
            <a:r>
              <a:rPr lang="en-US" sz="1100" i="1" dirty="0"/>
              <a:t> free battle royale von bf6</a:t>
            </a:r>
            <a:r>
              <a:rPr lang="en-US" sz="1100" dirty="0"/>
              <a:t> (no date) </a:t>
            </a:r>
            <a:r>
              <a:rPr lang="en-US" sz="1100" i="1" dirty="0"/>
              <a:t>DLCompare.de</a:t>
            </a:r>
            <a:r>
              <a:rPr lang="en-US" sz="1100" dirty="0"/>
              <a:t>. Available at: https://www.dlcompare.de/spiele-news/redsec-startet-heute-der-neue-free-battle-royale-von-bf6 (Accessed: 07 December 2025). </a:t>
            </a:r>
          </a:p>
          <a:p>
            <a:r>
              <a:rPr lang="en-US" sz="1100" dirty="0"/>
              <a:t>Forza Horizon 6 on Steam. (n.d.). </a:t>
            </a:r>
            <a:r>
              <a:rPr lang="en-US" sz="1100" dirty="0">
                <a:hlinkClick r:id="rId2"/>
              </a:rPr>
              <a:t>https://store.steampowered.com/app/2483190/Forza_Horizon_6/</a:t>
            </a:r>
            <a:endParaRPr lang="en-US" sz="1100" dirty="0"/>
          </a:p>
          <a:p>
            <a:r>
              <a:rPr lang="en-US" sz="1100" dirty="0"/>
              <a:t>Hundal, T. (2025, November 8). Forza Horizon 6 is giving the fans what they want: an Open-World racing game set in Japan. The </a:t>
            </a:r>
            <a:r>
              <a:rPr lang="en-US" sz="1100" dirty="0" err="1"/>
              <a:t>Autopian</a:t>
            </a:r>
            <a:r>
              <a:rPr lang="en-US" sz="1100" dirty="0"/>
              <a:t>. </a:t>
            </a:r>
            <a:r>
              <a:rPr lang="en-US" sz="1100" dirty="0">
                <a:hlinkClick r:id="rId3"/>
              </a:rPr>
              <a:t>https://www.theautopian.com/forza-horizon-6-is-giving-the-fans-what-they-want-an-open-world-racing-game-set-in-japan/</a:t>
            </a:r>
            <a:endParaRPr lang="en-US" sz="1100" dirty="0"/>
          </a:p>
          <a:p>
            <a:r>
              <a:rPr lang="en-US" sz="1100" dirty="0" err="1"/>
              <a:t>Nzxt</a:t>
            </a:r>
            <a:r>
              <a:rPr lang="en-US" sz="1100" dirty="0"/>
              <a:t>. (2025, August 21). Call of Duty: Black Ops 7 — Beta, gameplay, and expected PC requirements. NZXT. </a:t>
            </a:r>
            <a:r>
              <a:rPr lang="en-US" sz="1100" dirty="0">
                <a:hlinkClick r:id="rId4"/>
              </a:rPr>
              <a:t>https://nzxt.com/blogs/news/call-of-duty-black-ops-7-beta-pc-requirements</a:t>
            </a:r>
            <a:endParaRPr lang="en-US" sz="1100" dirty="0"/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89566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</TotalTime>
  <Words>1096</Words>
  <Application>Microsoft Office PowerPoint</Application>
  <PresentationFormat>Widescreen</PresentationFormat>
  <Paragraphs>162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 the 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Abdulrasool Mahdi Abdulnabi Husain</dc:creator>
  <cp:lastModifiedBy>Ali Abdulrasool Mahdi Abdulnabi Husain</cp:lastModifiedBy>
  <cp:revision>5</cp:revision>
  <dcterms:created xsi:type="dcterms:W3CDTF">2025-12-06T15:39:10Z</dcterms:created>
  <dcterms:modified xsi:type="dcterms:W3CDTF">2025-12-07T20:51:15Z</dcterms:modified>
</cp:coreProperties>
</file>